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4" r:id="rId10"/>
    <p:sldId id="271" r:id="rId11"/>
    <p:sldId id="269" r:id="rId12"/>
    <p:sldId id="263" r:id="rId13"/>
    <p:sldId id="265" r:id="rId14"/>
    <p:sldId id="272" r:id="rId1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6325" y="1098117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886200" y="1317236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24250" y="501251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676275" y="40483"/>
            <a:ext cx="7705724" cy="11246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sz="4000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1790700" y="3073523"/>
            <a:ext cx="861060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MOHAMED AATHIFKHAN. 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NO AND NMID: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24BSAI235 &amp; asbruag2428C0097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BSc. AI&amp;ML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 Krishna Adithya College of Arts and Science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4213225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40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753E6A-46AF-6683-ED90-4BC3459CD169}"/>
              </a:ext>
            </a:extLst>
          </p:cNvPr>
          <p:cNvSpPr txBox="1"/>
          <p:nvPr/>
        </p:nvSpPr>
        <p:spPr>
          <a:xfrm>
            <a:off x="1936359" y="2863617"/>
            <a:ext cx="7601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STUDENT PORTFOLIO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43796" cy="6858466"/>
            <a:chOff x="7448612" y="0"/>
            <a:chExt cx="4743796" cy="6858466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23611" y="3771731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4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26030" y="1074406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10550" y="3209925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786B8-6582-D149-FFB2-361120725BB7}"/>
              </a:ext>
            </a:extLst>
          </p:cNvPr>
          <p:cNvSpPr txBox="1"/>
          <p:nvPr/>
        </p:nvSpPr>
        <p:spPr>
          <a:xfrm>
            <a:off x="1208202" y="2133600"/>
            <a:ext cx="7086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world, having a personal portfolio is essential for students to showcase their skills, projects, and contact details in a professional way. Many students struggle to present their achievements and projects in an organized and attractive format. Without a portfolio, opportunities for internships, placements, and collaborations are limited. This project, “Student Portfolio”, aims to solve this problem by creating a simple, clean, and responsive portfolio website. It includes sections such as a personal introduction, an “About Me” with profile photo, a showcase of projects, and a “Contact Me” form. This structured design helps in effectively presenting a student’s profile, projects, and contact information in a single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315200" y="12510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37EB8-DEFB-1BF8-4EE3-A8F2FBFC35C2}"/>
              </a:ext>
            </a:extLst>
          </p:cNvPr>
          <p:cNvSpPr txBox="1"/>
          <p:nvPr/>
        </p:nvSpPr>
        <p:spPr>
          <a:xfrm>
            <a:off x="1004888" y="1641992"/>
            <a:ext cx="80010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“Student Portfolio” is a simple and responsive website that helps students present their skills, projects, and personal details in one place. It acts as a digital resume that can be shared with recruiters, teachers, and peers.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Project: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introduces the student with a profile picture and a short description. It highlights who the student is and gives a quick personal background.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displays major works in a neat way. For example: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CGPA Calculator – A tool to calculate students’ overall academic performance from grades and credits.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Box – It enables real-time text communication between users.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Portfolio – A personal portfolio website showcasing details.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65311D-4FCD-A402-B275-40EB3EE5711D}"/>
              </a:ext>
            </a:extLst>
          </p:cNvPr>
          <p:cNvSpPr txBox="1"/>
          <p:nvPr/>
        </p:nvSpPr>
        <p:spPr>
          <a:xfrm>
            <a:off x="1143000" y="1089898"/>
            <a:ext cx="7848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section shows the student’s technical and soft skills. Examples: HTML, CSS, JavaScript. Web development basics, Problem-solving and creativity.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contact form allows others to reach the student easily. It includes name, email, contact number, and a message box with a Send option.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idea of the project is to create a digital identity for students where they can showcase their skills, projects, and achievements in a professional and organized way. This helps in career opportunities, networking, and personal branding.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74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4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E5151-7C92-8B21-F9E9-44F4659A99E1}"/>
              </a:ext>
            </a:extLst>
          </p:cNvPr>
          <p:cNvSpPr txBox="1"/>
          <p:nvPr/>
        </p:nvSpPr>
        <p:spPr>
          <a:xfrm>
            <a:off x="1143000" y="2286000"/>
            <a:ext cx="79057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–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showcase their skills, projects, and personal details in a professional way.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 / Companies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quickly review the student’s profile, skills, and projects for hiring or internship opportunities.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/ Mentors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student achievements and guide them for improvement.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Peers / Classmates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collaborate, get inspired, or exchange project ideas.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Audience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who wants to know about the student’s work, skills, or background.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2569" y="1850796"/>
            <a:ext cx="1993769" cy="37623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647352" y="544113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10400" y="1559154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8</a:t>
            </a:fld>
            <a:endParaRPr spc="1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9EC50-B04D-536C-BF21-521522CF3303}"/>
              </a:ext>
            </a:extLst>
          </p:cNvPr>
          <p:cNvSpPr txBox="1"/>
          <p:nvPr/>
        </p:nvSpPr>
        <p:spPr>
          <a:xfrm>
            <a:off x="1524000" y="2079236"/>
            <a:ext cx="812335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(Hyper Text Markup Language)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the structure and content of the portfolio (headings, paragraphs, images, forms).</a:t>
            </a:r>
          </a:p>
          <a:p>
            <a:pPr marL="914400" lvl="1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(Cascading Style Sheets)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styling the portfolio with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layouts, fonts, and responsiveness.</a:t>
            </a:r>
          </a:p>
          <a:p>
            <a:pPr marL="914400" lvl="1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add interactivity like smooth scrolling, form handling, and button actions.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4. 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CodePen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IDE where the project is created and tested with 	separate panels for HTML, CSS, and JS.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5. Responsive Design Techniques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queries and grid 	layouts are used to make the website mobile-friendly.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6. UI/UX Design Principles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portfolio is clean, 	attractive, and easy to navigate.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991600" y="5976487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586" y="440249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POTFOLIO DESIGN AND LAYOUT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9625782" y="84066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DDBFB8-66AA-3D32-8CDE-5CA781193789}"/>
              </a:ext>
            </a:extLst>
          </p:cNvPr>
          <p:cNvSpPr txBox="1"/>
          <p:nvPr/>
        </p:nvSpPr>
        <p:spPr>
          <a:xfrm>
            <a:off x="1066800" y="1602680"/>
            <a:ext cx="855662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is designed in a vertical single-page layout, where each section is placed one after another for easy scrolling and navigation. The layout is clean, simple, and user-friendly.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/ Hero Section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portfolio title “Student Portfolio”, a hello statement, a short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selfintroduction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“View My Work” button.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 Section – Displays a profile photo along with a single-line description about the student.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Section :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Showcases three projects (Error Detector, Web Development, Student Portfolio) in horizontal boxes, making the work visually clear.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A79AB-ED77-BF1C-38AE-AD4CC4EF10CC}"/>
              </a:ext>
            </a:extLst>
          </p:cNvPr>
          <p:cNvSpPr txBox="1"/>
          <p:nvPr/>
        </p:nvSpPr>
        <p:spPr>
          <a:xfrm>
            <a:off x="838200" y="1859339"/>
            <a:ext cx="8763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Section: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technical and soft skills of the student.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Section – Includes a form with Name, Email, Contact Number, Message box, and a Send button for easy communication.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Footer Section: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copyright note with the student’s name. The layout follows a modern, responsive design, ensuring it works well on desktops, tablets, and mobile devices.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30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90" y="304800"/>
            <a:ext cx="10681335" cy="615553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29253-56BB-427B-6B7D-730BB31D98D2}"/>
              </a:ext>
            </a:extLst>
          </p:cNvPr>
          <p:cNvSpPr txBox="1"/>
          <p:nvPr/>
        </p:nvSpPr>
        <p:spPr>
          <a:xfrm>
            <a:off x="752190" y="1219200"/>
            <a:ext cx="907368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User Interface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clean and attractive design that makes navigation easy for viewers.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Layout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adjusts automatically to different screen sizes (desktop, tablet, mobile).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and Introduction Section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a quick overview of the student with a “View My Work” button for smooth navigation.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 Section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student’s profile picture and a short personal description.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Showcase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three main projects in neatly arranged boxes with titles and details.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Display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technical and personal skills of the student.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Form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send messages by entering name, email, contact number, and message.</a:t>
            </a:r>
          </a:p>
          <a:p>
            <a:pPr marL="457200" lvl="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Elements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features like smooth scrolling and form handling improve user experience.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Footer Section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copyright information with the student’s name and the current year.</a:t>
            </a:r>
          </a:p>
          <a:p>
            <a:pPr lvl="0" algn="just" fontAlgn="base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047004" y="519547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74027" y="529097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9896993" y="562282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1838325" cy="347662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7200" y="118975"/>
            <a:ext cx="8480425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12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8689AE-77E2-72DE-67D0-6BA65E1F1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99" y="691022"/>
            <a:ext cx="7913191" cy="6166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10400" y="1455385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41852" y="5788181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2000" y="508554"/>
            <a:ext cx="4578668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13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CCA4C-648D-8D44-574D-DB60E77289B3}"/>
              </a:ext>
            </a:extLst>
          </p:cNvPr>
          <p:cNvSpPr txBox="1"/>
          <p:nvPr/>
        </p:nvSpPr>
        <p:spPr>
          <a:xfrm>
            <a:off x="1060131" y="1632336"/>
            <a:ext cx="852201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of the Project: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digital portfolio designed with HTML, CSS, and JavaScript.</a:t>
            </a:r>
          </a:p>
          <a:p>
            <a:pPr marL="342900" lvl="0" indent="-342900" algn="just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key sections such as About Me, Projects, Skills, and Contact.</a:t>
            </a:r>
          </a:p>
          <a:p>
            <a:pPr marL="342900" lvl="0" indent="-342900" algn="just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User-friendly, responsive design that works across all devices.</a:t>
            </a:r>
          </a:p>
          <a:p>
            <a:pPr marL="342900" lvl="0" indent="-342900" algn="just" fontAlgn="base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 like smooth scrolling and form handling for a better experience.</a:t>
            </a:r>
          </a:p>
          <a:p>
            <a:pPr lvl="0" algn="just" fontAlgn="base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Summary: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Portfolio project provides a structured and professional way for students to present their personal details, skills, and projects online. It acts as a modern digital resume that is simple, responsive, and effective in showcasing one’s achievements. By combining design and functionality, this portfolio helps create strong personal opportunities and collaborations.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E3A31-1CC4-0AFB-1087-AD5CB61335D9}"/>
              </a:ext>
            </a:extLst>
          </p:cNvPr>
          <p:cNvSpPr txBox="1"/>
          <p:nvPr/>
        </p:nvSpPr>
        <p:spPr>
          <a:xfrm>
            <a:off x="457200" y="1295400"/>
            <a:ext cx="5867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89CC1-B8ED-2DC4-5E29-23FE84D547F7}"/>
              </a:ext>
            </a:extLst>
          </p:cNvPr>
          <p:cNvSpPr txBox="1"/>
          <p:nvPr/>
        </p:nvSpPr>
        <p:spPr>
          <a:xfrm>
            <a:off x="685800" y="2895600"/>
            <a:ext cx="971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https://github.com/24bsai235mohamedaathifkhans-ship-it/MOHAMED-Aathif-Khan-.git</a:t>
            </a:r>
          </a:p>
        </p:txBody>
      </p:sp>
    </p:spTree>
    <p:extLst>
      <p:ext uri="{BB962C8B-B14F-4D97-AF65-F5344CB8AC3E}">
        <p14:creationId xmlns:p14="http://schemas.microsoft.com/office/powerpoint/2010/main" val="329960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</TotalTime>
  <Words>1163</Words>
  <Application>Microsoft Office PowerPoint</Application>
  <PresentationFormat>Widescreen</PresentationFormat>
  <Paragraphs>103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Calibri</vt:lpstr>
      <vt:lpstr>Roboto</vt:lpstr>
      <vt:lpstr>Times New Roman</vt:lpstr>
      <vt:lpstr>Trebuchet MS</vt:lpstr>
      <vt:lpstr>Office Theme</vt:lpstr>
      <vt:lpstr>Digital Portfolio  </vt:lpstr>
      <vt:lpstr>PROJECT TITLE</vt:lpstr>
      <vt:lpstr>AGENDA</vt:lpstr>
      <vt:lpstr>PROBLEM STATEMENT</vt:lpstr>
      <vt:lpstr>PROJECT OVERVIEW</vt:lpstr>
      <vt:lpstr>PowerPoint Presentation</vt:lpstr>
      <vt:lpstr>END USERS</vt:lpstr>
      <vt:lpstr>TOOLS AND TECHNIQUES</vt:lpstr>
      <vt:lpstr>PowerPoint Presentation</vt:lpstr>
      <vt:lpstr>PowerPoint Presentation</vt:lpstr>
      <vt:lpstr>FEATURES AND FUNCTIONALITY</vt:lpstr>
      <vt:lpstr>RESULTS AND SCREENSHOTS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Aathif Ayman</cp:lastModifiedBy>
  <cp:revision>23</cp:revision>
  <dcterms:created xsi:type="dcterms:W3CDTF">2024-03-29T15:07:22Z</dcterms:created>
  <dcterms:modified xsi:type="dcterms:W3CDTF">2025-09-11T17:38:17Z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