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70" r:id="rId7"/>
    <p:sldId id="261" r:id="rId8"/>
    <p:sldId id="262" r:id="rId9"/>
    <p:sldId id="264" r:id="rId10"/>
    <p:sldId id="271" r:id="rId11"/>
    <p:sldId id="269" r:id="rId12"/>
    <p:sldId id="263" r:id="rId13"/>
    <p:sldId id="273" r:id="rId14"/>
    <p:sldId id="265" r:id="rId15"/>
    <p:sldId id="272" r:id="rId16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830CC7-8040-4162-8342-BB180D82127D}" v="17" dt="2024-08-20T06:41:39.57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1" d="100"/>
          <a:sy n="81" d="100"/>
        </p:scale>
        <p:origin x="725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B86612-B127-4CD0-BF15-66D49A7175F7}" type="datetimeFigureOut">
              <a:rPr lang="en-IN" smtClean="0"/>
              <a:t>12-09-2025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F439ED-1E90-4106-847A-8EF19031FE2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85579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F439ED-1E90-4106-847A-8EF19031FE2F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353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95574" y="2067305"/>
            <a:ext cx="5800851" cy="518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77426" y="4825"/>
            <a:ext cx="1218565" cy="6853555"/>
          </a:xfrm>
          <a:custGeom>
            <a:avLst/>
            <a:gdLst/>
            <a:ahLst/>
            <a:cxnLst/>
            <a:rect l="l" t="t" r="r" b="b"/>
            <a:pathLst>
              <a:path w="1218565" h="6853555">
                <a:moveTo>
                  <a:pt x="0" y="0"/>
                </a:moveTo>
                <a:lnTo>
                  <a:pt x="1218352" y="685317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448612" y="3694896"/>
            <a:ext cx="4743450" cy="3163570"/>
          </a:xfrm>
          <a:custGeom>
            <a:avLst/>
            <a:gdLst/>
            <a:ahLst/>
            <a:cxnLst/>
            <a:rect l="l" t="t" r="r" b="b"/>
            <a:pathLst>
              <a:path w="4743450" h="3163570">
                <a:moveTo>
                  <a:pt x="4743387" y="0"/>
                </a:moveTo>
                <a:lnTo>
                  <a:pt x="0" y="3163101"/>
                </a:lnTo>
              </a:path>
            </a:pathLst>
          </a:custGeom>
          <a:ln w="9525">
            <a:solidFill>
              <a:srgbClr val="5FCAE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182100" y="0"/>
            <a:ext cx="3009900" cy="6858000"/>
          </a:xfrm>
          <a:custGeom>
            <a:avLst/>
            <a:gdLst/>
            <a:ahLst/>
            <a:cxnLst/>
            <a:rect l="l" t="t" r="r" b="b"/>
            <a:pathLst>
              <a:path w="3009900" h="6858000">
                <a:moveTo>
                  <a:pt x="3009899" y="0"/>
                </a:moveTo>
                <a:lnTo>
                  <a:pt x="2044399" y="0"/>
                </a:lnTo>
                <a:lnTo>
                  <a:pt x="0" y="6857996"/>
                </a:lnTo>
                <a:lnTo>
                  <a:pt x="3009899" y="6857996"/>
                </a:lnTo>
                <a:lnTo>
                  <a:pt x="3009899" y="0"/>
                </a:lnTo>
                <a:close/>
              </a:path>
            </a:pathLst>
          </a:custGeom>
          <a:solidFill>
            <a:srgbClr val="5FCAE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9602878" y="0"/>
            <a:ext cx="2589530" cy="6858000"/>
          </a:xfrm>
          <a:custGeom>
            <a:avLst/>
            <a:gdLst/>
            <a:ahLst/>
            <a:cxnLst/>
            <a:rect l="l" t="t" r="r" b="b"/>
            <a:pathLst>
              <a:path w="2589529" h="6858000">
                <a:moveTo>
                  <a:pt x="2589120" y="0"/>
                </a:moveTo>
                <a:lnTo>
                  <a:pt x="0" y="0"/>
                </a:lnTo>
                <a:lnTo>
                  <a:pt x="1208884" y="6857996"/>
                </a:lnTo>
                <a:lnTo>
                  <a:pt x="2589120" y="6857996"/>
                </a:lnTo>
                <a:lnTo>
                  <a:pt x="2589120" y="0"/>
                </a:lnTo>
                <a:close/>
              </a:path>
            </a:pathLst>
          </a:custGeom>
          <a:solidFill>
            <a:srgbClr val="5FCAEE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34450" y="3048000"/>
            <a:ext cx="3257550" cy="3810000"/>
          </a:xfrm>
          <a:custGeom>
            <a:avLst/>
            <a:gdLst/>
            <a:ahLst/>
            <a:cxnLst/>
            <a:rect l="l" t="t" r="r" b="b"/>
            <a:pathLst>
              <a:path w="3257550" h="3810000">
                <a:moveTo>
                  <a:pt x="3257550" y="0"/>
                </a:moveTo>
                <a:lnTo>
                  <a:pt x="0" y="3810000"/>
                </a:lnTo>
                <a:lnTo>
                  <a:pt x="3257550" y="3810000"/>
                </a:lnTo>
                <a:lnTo>
                  <a:pt x="3257550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337930" y="0"/>
            <a:ext cx="2854325" cy="6858000"/>
          </a:xfrm>
          <a:custGeom>
            <a:avLst/>
            <a:gdLst/>
            <a:ahLst/>
            <a:cxnLst/>
            <a:rect l="l" t="t" r="r" b="b"/>
            <a:pathLst>
              <a:path w="2854325" h="6858000">
                <a:moveTo>
                  <a:pt x="2854069" y="0"/>
                </a:moveTo>
                <a:lnTo>
                  <a:pt x="0" y="0"/>
                </a:lnTo>
                <a:lnTo>
                  <a:pt x="2470020" y="6857996"/>
                </a:lnTo>
                <a:lnTo>
                  <a:pt x="2854069" y="6857996"/>
                </a:lnTo>
                <a:lnTo>
                  <a:pt x="2854069" y="0"/>
                </a:lnTo>
                <a:close/>
              </a:path>
            </a:pathLst>
          </a:custGeom>
          <a:solidFill>
            <a:srgbClr val="17AFE3">
              <a:alpha val="5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0896600" y="0"/>
            <a:ext cx="1295400" cy="6858000"/>
          </a:xfrm>
          <a:custGeom>
            <a:avLst/>
            <a:gdLst/>
            <a:ahLst/>
            <a:cxnLst/>
            <a:rect l="l" t="t" r="r" b="b"/>
            <a:pathLst>
              <a:path w="1295400" h="6858000">
                <a:moveTo>
                  <a:pt x="1295399" y="0"/>
                </a:moveTo>
                <a:lnTo>
                  <a:pt x="1022453" y="0"/>
                </a:lnTo>
                <a:lnTo>
                  <a:pt x="0" y="6857996"/>
                </a:lnTo>
                <a:lnTo>
                  <a:pt x="1295399" y="6857996"/>
                </a:lnTo>
                <a:lnTo>
                  <a:pt x="1295399" y="0"/>
                </a:lnTo>
                <a:close/>
              </a:path>
            </a:pathLst>
          </a:custGeom>
          <a:solidFill>
            <a:srgbClr val="2D83C3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0936247" y="0"/>
            <a:ext cx="1256030" cy="6858000"/>
          </a:xfrm>
          <a:custGeom>
            <a:avLst/>
            <a:gdLst/>
            <a:ahLst/>
            <a:cxnLst/>
            <a:rect l="l" t="t" r="r" b="b"/>
            <a:pathLst>
              <a:path w="1256029" h="6858000">
                <a:moveTo>
                  <a:pt x="1255752" y="0"/>
                </a:moveTo>
                <a:lnTo>
                  <a:pt x="0" y="0"/>
                </a:lnTo>
                <a:lnTo>
                  <a:pt x="1114527" y="6857996"/>
                </a:lnTo>
                <a:lnTo>
                  <a:pt x="1255752" y="6857996"/>
                </a:lnTo>
                <a:lnTo>
                  <a:pt x="1255752" y="0"/>
                </a:lnTo>
                <a:close/>
              </a:path>
            </a:pathLst>
          </a:custGeom>
          <a:solidFill>
            <a:srgbClr val="226192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0372725" y="3590925"/>
            <a:ext cx="1819275" cy="3267075"/>
          </a:xfrm>
          <a:custGeom>
            <a:avLst/>
            <a:gdLst/>
            <a:ahLst/>
            <a:cxnLst/>
            <a:rect l="l" t="t" r="r" b="b"/>
            <a:pathLst>
              <a:path w="1819275" h="3267075">
                <a:moveTo>
                  <a:pt x="1819275" y="0"/>
                </a:moveTo>
                <a:lnTo>
                  <a:pt x="0" y="3267075"/>
                </a:lnTo>
                <a:lnTo>
                  <a:pt x="1819275" y="3267075"/>
                </a:lnTo>
                <a:lnTo>
                  <a:pt x="1819275" y="0"/>
                </a:lnTo>
                <a:close/>
              </a:path>
            </a:pathLst>
          </a:custGeom>
          <a:solidFill>
            <a:srgbClr val="17AFE3">
              <a:alpha val="6588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55332" y="385444"/>
            <a:ext cx="10681335" cy="7581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353418" y="6473337"/>
            <a:ext cx="151129" cy="1917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2D936B"/>
                </a:solidFill>
                <a:latin typeface="Trebuchet MS"/>
                <a:cs typeface="Trebuchet MS"/>
              </a:defRPr>
            </a:lvl1pPr>
          </a:lstStyle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‹#›</a:t>
            </a:fld>
            <a:endParaRPr spc="1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76325" y="1098117"/>
            <a:ext cx="1743075" cy="1333500"/>
            <a:chOff x="742950" y="1104900"/>
            <a:chExt cx="1743075" cy="1333500"/>
          </a:xfrm>
        </p:grpSpPr>
        <p:sp>
          <p:nvSpPr>
            <p:cNvPr id="3" name="object 3"/>
            <p:cNvSpPr/>
            <p:nvPr/>
          </p:nvSpPr>
          <p:spPr>
            <a:xfrm>
              <a:off x="742950" y="1381125"/>
              <a:ext cx="1228725" cy="1057275"/>
            </a:xfrm>
            <a:custGeom>
              <a:avLst/>
              <a:gdLst/>
              <a:ahLst/>
              <a:cxnLst/>
              <a:rect l="l" t="t" r="r" b="b"/>
              <a:pathLst>
                <a:path w="1228725" h="1057275">
                  <a:moveTo>
                    <a:pt x="964438" y="0"/>
                  </a:moveTo>
                  <a:lnTo>
                    <a:pt x="264312" y="0"/>
                  </a:lnTo>
                  <a:lnTo>
                    <a:pt x="0" y="528701"/>
                  </a:lnTo>
                  <a:lnTo>
                    <a:pt x="264312" y="1057275"/>
                  </a:lnTo>
                  <a:lnTo>
                    <a:pt x="964438" y="1057275"/>
                  </a:lnTo>
                  <a:lnTo>
                    <a:pt x="1228725" y="528701"/>
                  </a:lnTo>
                  <a:lnTo>
                    <a:pt x="964438" y="0"/>
                  </a:lnTo>
                  <a:close/>
                </a:path>
              </a:pathLst>
            </a:custGeom>
            <a:solidFill>
              <a:srgbClr val="5FCAE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838325" y="1104900"/>
              <a:ext cx="647700" cy="561975"/>
            </a:xfrm>
            <a:custGeom>
              <a:avLst/>
              <a:gdLst/>
              <a:ahLst/>
              <a:cxnLst/>
              <a:rect l="l" t="t" r="r" b="b"/>
              <a:pathLst>
                <a:path w="647700" h="561975">
                  <a:moveTo>
                    <a:pt x="507238" y="0"/>
                  </a:moveTo>
                  <a:lnTo>
                    <a:pt x="140462" y="0"/>
                  </a:lnTo>
                  <a:lnTo>
                    <a:pt x="0" y="280924"/>
                  </a:lnTo>
                  <a:lnTo>
                    <a:pt x="140462" y="561975"/>
                  </a:lnTo>
                  <a:lnTo>
                    <a:pt x="507238" y="561975"/>
                  </a:lnTo>
                  <a:lnTo>
                    <a:pt x="647700" y="280924"/>
                  </a:lnTo>
                  <a:lnTo>
                    <a:pt x="507238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3886200" y="1317236"/>
            <a:ext cx="1666875" cy="1438275"/>
          </a:xfrm>
          <a:custGeom>
            <a:avLst/>
            <a:gdLst/>
            <a:ahLst/>
            <a:cxnLst/>
            <a:rect l="l" t="t" r="r" b="b"/>
            <a:pathLst>
              <a:path w="1666875" h="1438275">
                <a:moveTo>
                  <a:pt x="1307338" y="0"/>
                </a:moveTo>
                <a:lnTo>
                  <a:pt x="359537" y="0"/>
                </a:lnTo>
                <a:lnTo>
                  <a:pt x="0" y="719074"/>
                </a:lnTo>
                <a:lnTo>
                  <a:pt x="359537" y="1438275"/>
                </a:lnTo>
                <a:lnTo>
                  <a:pt x="1307338" y="1438275"/>
                </a:lnTo>
                <a:lnTo>
                  <a:pt x="1666875" y="719074"/>
                </a:lnTo>
                <a:lnTo>
                  <a:pt x="1307338" y="0"/>
                </a:lnTo>
                <a:close/>
              </a:path>
            </a:pathLst>
          </a:custGeom>
          <a:solidFill>
            <a:srgbClr val="42D0A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524250" y="5012515"/>
            <a:ext cx="723900" cy="619125"/>
          </a:xfrm>
          <a:custGeom>
            <a:avLst/>
            <a:gdLst/>
            <a:ahLst/>
            <a:cxnLst/>
            <a:rect l="l" t="t" r="r" b="b"/>
            <a:pathLst>
              <a:path w="723900" h="619125">
                <a:moveTo>
                  <a:pt x="569087" y="0"/>
                </a:moveTo>
                <a:lnTo>
                  <a:pt x="154812" y="0"/>
                </a:lnTo>
                <a:lnTo>
                  <a:pt x="0" y="309625"/>
                </a:lnTo>
                <a:lnTo>
                  <a:pt x="154812" y="619125"/>
                </a:lnTo>
                <a:lnTo>
                  <a:pt x="569087" y="619125"/>
                </a:lnTo>
                <a:lnTo>
                  <a:pt x="723900" y="309625"/>
                </a:lnTo>
                <a:lnTo>
                  <a:pt x="569087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7" name="object 7"/>
          <p:cNvSpPr txBox="1">
            <a:spLocks noGrp="1"/>
          </p:cNvSpPr>
          <p:nvPr>
            <p:ph type="ctrTitle"/>
          </p:nvPr>
        </p:nvSpPr>
        <p:spPr>
          <a:xfrm>
            <a:off x="-304800" y="101693"/>
            <a:ext cx="8799922" cy="112466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213735">
              <a:spcBef>
                <a:spcPts val="130"/>
              </a:spcBef>
            </a:pPr>
            <a:r>
              <a:rPr lang="en-US" sz="4000" b="1" i="0" dirty="0">
                <a:solidFill>
                  <a:srgbClr val="0F0F0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DIGITAL PORTFOLIO</a:t>
            </a:r>
            <a:br>
              <a:rPr lang="en-US" b="1" i="0" dirty="0">
                <a:solidFill>
                  <a:srgbClr val="0F0F0F"/>
                </a:solidFill>
                <a:effectLst/>
                <a:latin typeface="Roboto" panose="020F0502020204030204" pitchFamily="2" charset="0"/>
              </a:rPr>
            </a:br>
            <a:endParaRPr spc="15" dirty="0"/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1</a:t>
            </a:fld>
            <a:endParaRPr spc="1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5ADE35-C35B-07C1-F5AA-C33B3DDB802E}"/>
              </a:ext>
            </a:extLst>
          </p:cNvPr>
          <p:cNvSpPr txBox="1"/>
          <p:nvPr/>
        </p:nvSpPr>
        <p:spPr>
          <a:xfrm>
            <a:off x="533400" y="3142224"/>
            <a:ext cx="11582400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NAME                   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MOHAMED AATHIFKHAN. S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REGISTER NO AND NMID  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24BSAI235 &amp; F5781909E328D73885D482AD8383DF3F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                      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BSc. AI&amp;ML</a:t>
            </a:r>
          </a:p>
          <a:p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                               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Sri Krishna Adithya College of Arts and Science</a:t>
            </a:r>
          </a:p>
          <a:p>
            <a:r>
              <a:rPr lang="en-US" sz="2000" dirty="0"/>
              <a:t>           </a:t>
            </a:r>
            <a:endParaRPr lang="en-IN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7443849" y="0"/>
            <a:ext cx="4752975" cy="6863080"/>
            <a:chOff x="7443849" y="0"/>
            <a:chExt cx="4752975" cy="6863080"/>
          </a:xfrm>
        </p:grpSpPr>
        <p:sp>
          <p:nvSpPr>
            <p:cNvPr id="4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gdLst/>
              <a:ahLst/>
              <a:cxn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gdLst/>
              <a:ahLst/>
              <a:cxn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gdLst/>
              <a:ahLst/>
              <a:cxn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gdLst/>
              <a:ahLst/>
              <a:cxn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gdLst/>
              <a:ahLst/>
              <a:cxn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gdLst/>
              <a:ahLst/>
              <a:cxn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gdLst/>
              <a:ahLst/>
              <a:cxn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gdLst/>
              <a:ahLst/>
              <a:cxn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gdLst/>
              <a:ahLst/>
              <a:cxn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4213225" cy="63222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z="4000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466725" y="6410325"/>
            <a:ext cx="3705225" cy="295275"/>
            <a:chOff x="466725" y="6410325"/>
            <a:chExt cx="3705225" cy="295275"/>
          </a:xfrm>
        </p:grpSpPr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6275" y="6467475"/>
              <a:ext cx="2143125" cy="20002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>
              <a:avLst/>
            </a:prstGeom>
          </p:spPr>
        </p:pic>
      </p:grp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2</a:t>
            </a:fld>
            <a:endParaRPr spc="1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753E6A-46AF-6683-ED90-4BC3459CD169}"/>
              </a:ext>
            </a:extLst>
          </p:cNvPr>
          <p:cNvSpPr txBox="1"/>
          <p:nvPr/>
        </p:nvSpPr>
        <p:spPr>
          <a:xfrm>
            <a:off x="1936359" y="2863617"/>
            <a:ext cx="76013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latin typeface="Algerian" panose="04020705040A02060702" pitchFamily="82" charset="0"/>
              </a:rPr>
              <a:t>STUDENT PORTFOLIO</a:t>
            </a:r>
            <a:endParaRPr lang="en-IN" sz="6000" dirty="0">
              <a:latin typeface="Algerian" panose="04020705040A02060702" pitchFamily="8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76200" y="28579"/>
            <a:ext cx="12481713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pSp>
        <p:nvGrpSpPr>
          <p:cNvPr id="3" name="object 3"/>
          <p:cNvGrpSpPr/>
          <p:nvPr/>
        </p:nvGrpSpPr>
        <p:grpSpPr>
          <a:xfrm>
            <a:off x="7443849" y="0"/>
            <a:ext cx="4743796" cy="6858466"/>
            <a:chOff x="7448612" y="0"/>
            <a:chExt cx="4743796" cy="6858466"/>
          </a:xfrm>
        </p:grpSpPr>
        <p:sp>
          <p:nvSpPr>
            <p:cNvPr id="4" name="object 4"/>
            <p:cNvSpPr/>
            <p:nvPr/>
          </p:nvSpPr>
          <p:spPr>
            <a:xfrm>
              <a:off x="9377426" y="4825"/>
              <a:ext cx="1218565" cy="6853555"/>
            </a:xfrm>
            <a:custGeom>
              <a:avLst/>
              <a:gdLst/>
              <a:ahLst/>
              <a:cxnLst/>
              <a:rect l="l" t="t" r="r" b="b"/>
              <a:pathLst>
                <a:path w="1218565" h="6853555">
                  <a:moveTo>
                    <a:pt x="0" y="0"/>
                  </a:moveTo>
                  <a:lnTo>
                    <a:pt x="1218352" y="685317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448612" y="3694896"/>
              <a:ext cx="4743450" cy="3163570"/>
            </a:xfrm>
            <a:custGeom>
              <a:avLst/>
              <a:gdLst/>
              <a:ahLst/>
              <a:cxnLst/>
              <a:rect l="l" t="t" r="r" b="b"/>
              <a:pathLst>
                <a:path w="4743450" h="3163570">
                  <a:moveTo>
                    <a:pt x="4743387" y="0"/>
                  </a:moveTo>
                  <a:lnTo>
                    <a:pt x="0" y="3163101"/>
                  </a:lnTo>
                </a:path>
              </a:pathLst>
            </a:custGeom>
            <a:ln w="9525">
              <a:solidFill>
                <a:srgbClr val="5FCAE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182100" y="0"/>
              <a:ext cx="3009900" cy="6858000"/>
            </a:xfrm>
            <a:custGeom>
              <a:avLst/>
              <a:gdLst/>
              <a:ahLst/>
              <a:cxnLst/>
              <a:rect l="l" t="t" r="r" b="b"/>
              <a:pathLst>
                <a:path w="3009900" h="6858000">
                  <a:moveTo>
                    <a:pt x="3009899" y="0"/>
                  </a:moveTo>
                  <a:lnTo>
                    <a:pt x="2044399" y="0"/>
                  </a:lnTo>
                  <a:lnTo>
                    <a:pt x="0" y="6857996"/>
                  </a:lnTo>
                  <a:lnTo>
                    <a:pt x="3009899" y="6857996"/>
                  </a:lnTo>
                  <a:lnTo>
                    <a:pt x="3009899" y="0"/>
                  </a:lnTo>
                  <a:close/>
                </a:path>
              </a:pathLst>
            </a:custGeom>
            <a:solidFill>
              <a:srgbClr val="5FCAEE">
                <a:alpha val="3607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602878" y="0"/>
              <a:ext cx="2589530" cy="6858000"/>
            </a:xfrm>
            <a:custGeom>
              <a:avLst/>
              <a:gdLst/>
              <a:ahLst/>
              <a:cxnLst/>
              <a:rect l="l" t="t" r="r" b="b"/>
              <a:pathLst>
                <a:path w="2589529" h="6858000">
                  <a:moveTo>
                    <a:pt x="2589120" y="0"/>
                  </a:moveTo>
                  <a:lnTo>
                    <a:pt x="0" y="0"/>
                  </a:lnTo>
                  <a:lnTo>
                    <a:pt x="1208884" y="6857996"/>
                  </a:lnTo>
                  <a:lnTo>
                    <a:pt x="2589120" y="6857996"/>
                  </a:lnTo>
                  <a:lnTo>
                    <a:pt x="2589120" y="0"/>
                  </a:lnTo>
                  <a:close/>
                </a:path>
              </a:pathLst>
            </a:custGeom>
            <a:solidFill>
              <a:srgbClr val="5FCAEE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34450" y="3048000"/>
              <a:ext cx="3257550" cy="3810000"/>
            </a:xfrm>
            <a:custGeom>
              <a:avLst/>
              <a:gdLst/>
              <a:ahLst/>
              <a:cxnLst/>
              <a:rect l="l" t="t" r="r" b="b"/>
              <a:pathLst>
                <a:path w="3257550" h="3810000">
                  <a:moveTo>
                    <a:pt x="3257550" y="0"/>
                  </a:moveTo>
                  <a:lnTo>
                    <a:pt x="0" y="3810000"/>
                  </a:lnTo>
                  <a:lnTo>
                    <a:pt x="3257550" y="3810000"/>
                  </a:lnTo>
                  <a:lnTo>
                    <a:pt x="3257550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337930" y="0"/>
              <a:ext cx="2854325" cy="6858000"/>
            </a:xfrm>
            <a:custGeom>
              <a:avLst/>
              <a:gdLst/>
              <a:ahLst/>
              <a:cxnLst/>
              <a:rect l="l" t="t" r="r" b="b"/>
              <a:pathLst>
                <a:path w="2854325" h="6858000">
                  <a:moveTo>
                    <a:pt x="2854069" y="0"/>
                  </a:moveTo>
                  <a:lnTo>
                    <a:pt x="0" y="0"/>
                  </a:lnTo>
                  <a:lnTo>
                    <a:pt x="2470020" y="6857996"/>
                  </a:lnTo>
                  <a:lnTo>
                    <a:pt x="2854069" y="6857996"/>
                  </a:lnTo>
                  <a:lnTo>
                    <a:pt x="2854069" y="0"/>
                  </a:lnTo>
                  <a:close/>
                </a:path>
              </a:pathLst>
            </a:custGeom>
            <a:solidFill>
              <a:srgbClr val="17AFE3">
                <a:alpha val="5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96600" y="0"/>
              <a:ext cx="1295400" cy="6858000"/>
            </a:xfrm>
            <a:custGeom>
              <a:avLst/>
              <a:gdLst/>
              <a:ahLst/>
              <a:cxnLst/>
              <a:rect l="l" t="t" r="r" b="b"/>
              <a:pathLst>
                <a:path w="1295400" h="6858000">
                  <a:moveTo>
                    <a:pt x="1295399" y="0"/>
                  </a:moveTo>
                  <a:lnTo>
                    <a:pt x="1022453" y="0"/>
                  </a:lnTo>
                  <a:lnTo>
                    <a:pt x="0" y="6857996"/>
                  </a:lnTo>
                  <a:lnTo>
                    <a:pt x="1295399" y="6857996"/>
                  </a:lnTo>
                  <a:lnTo>
                    <a:pt x="1295399" y="0"/>
                  </a:lnTo>
                  <a:close/>
                </a:path>
              </a:pathLst>
            </a:custGeom>
            <a:solidFill>
              <a:srgbClr val="2D83C3">
                <a:alpha val="7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247" y="0"/>
              <a:ext cx="1256030" cy="6858000"/>
            </a:xfrm>
            <a:custGeom>
              <a:avLst/>
              <a:gdLst/>
              <a:ahLst/>
              <a:cxnLst/>
              <a:rect l="l" t="t" r="r" b="b"/>
              <a:pathLst>
                <a:path w="1256029" h="6858000">
                  <a:moveTo>
                    <a:pt x="1255752" y="0"/>
                  </a:moveTo>
                  <a:lnTo>
                    <a:pt x="0" y="0"/>
                  </a:lnTo>
                  <a:lnTo>
                    <a:pt x="1114527" y="6857996"/>
                  </a:lnTo>
                  <a:lnTo>
                    <a:pt x="1255752" y="6857996"/>
                  </a:lnTo>
                  <a:lnTo>
                    <a:pt x="1255752" y="0"/>
                  </a:lnTo>
                  <a:close/>
                </a:path>
              </a:pathLst>
            </a:custGeom>
            <a:solidFill>
              <a:srgbClr val="226192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0372725" y="3590925"/>
              <a:ext cx="1819275" cy="3267075"/>
            </a:xfrm>
            <a:custGeom>
              <a:avLst/>
              <a:gdLst/>
              <a:ahLst/>
              <a:cxnLst/>
              <a:rect l="l" t="t" r="r" b="b"/>
              <a:pathLst>
                <a:path w="1819275" h="3267075">
                  <a:moveTo>
                    <a:pt x="1819275" y="0"/>
                  </a:moveTo>
                  <a:lnTo>
                    <a:pt x="0" y="3267075"/>
                  </a:lnTo>
                  <a:lnTo>
                    <a:pt x="1819275" y="3267075"/>
                  </a:lnTo>
                  <a:lnTo>
                    <a:pt x="1819275" y="0"/>
                  </a:lnTo>
                  <a:close/>
                </a:path>
              </a:pathLst>
            </a:custGeom>
            <a:solidFill>
              <a:srgbClr val="17AFE3">
                <a:alpha val="65881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</p:grpSp>
      <p:sp>
        <p:nvSpPr>
          <p:cNvPr id="13" name="object 13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0"/>
                </a:moveTo>
                <a:lnTo>
                  <a:pt x="0" y="2847975"/>
                </a:lnTo>
                <a:lnTo>
                  <a:pt x="447675" y="2847975"/>
                </a:lnTo>
                <a:lnTo>
                  <a:pt x="0" y="0"/>
                </a:lnTo>
                <a:close/>
              </a:path>
            </a:pathLst>
          </a:custGeom>
          <a:solidFill>
            <a:srgbClr val="5FCAEE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52475" y="6486037"/>
            <a:ext cx="1773555" cy="1663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275"/>
              </a:lnSpc>
            </a:pPr>
            <a:r>
              <a:rPr sz="1100" spc="20" dirty="0">
                <a:solidFill>
                  <a:srgbClr val="2D83C3"/>
                </a:solidFill>
                <a:latin typeface="Trebuchet MS"/>
                <a:cs typeface="Trebuchet MS"/>
              </a:rPr>
              <a:t>3/21/202</a:t>
            </a:r>
            <a:r>
              <a:rPr sz="1100" spc="10" dirty="0">
                <a:solidFill>
                  <a:srgbClr val="2D83C3"/>
                </a:solidFill>
                <a:latin typeface="Trebuchet MS"/>
                <a:cs typeface="Trebuchet MS"/>
              </a:rPr>
              <a:t>4</a:t>
            </a:r>
            <a:r>
              <a:rPr sz="110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spc="13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spc="50" dirty="0">
                <a:solidFill>
                  <a:srgbClr val="2D83C3"/>
                </a:solidFill>
                <a:latin typeface="Trebuchet MS"/>
                <a:cs typeface="Trebuchet MS"/>
              </a:rPr>
              <a:t>A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nnu</a:t>
            </a:r>
            <a:r>
              <a:rPr sz="1100" b="1" spc="10" dirty="0">
                <a:solidFill>
                  <a:srgbClr val="2D83C3"/>
                </a:solidFill>
                <a:latin typeface="Trebuchet MS"/>
                <a:cs typeface="Trebuchet MS"/>
              </a:rPr>
              <a:t>al</a:t>
            </a:r>
            <a:r>
              <a:rPr sz="1100" b="1" spc="-140" dirty="0">
                <a:solidFill>
                  <a:srgbClr val="2D83C3"/>
                </a:solidFill>
                <a:latin typeface="Trebuchet MS"/>
                <a:cs typeface="Trebuchet MS"/>
              </a:rPr>
              <a:t> </a:t>
            </a:r>
            <a:r>
              <a:rPr sz="1100" b="1" dirty="0">
                <a:solidFill>
                  <a:srgbClr val="2D83C3"/>
                </a:solidFill>
                <a:latin typeface="Trebuchet MS"/>
                <a:cs typeface="Trebuchet MS"/>
              </a:rPr>
              <a:t>R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90" dirty="0">
                <a:solidFill>
                  <a:srgbClr val="2D83C3"/>
                </a:solidFill>
                <a:latin typeface="Trebuchet MS"/>
                <a:cs typeface="Trebuchet MS"/>
              </a:rPr>
              <a:t>v</a:t>
            </a:r>
            <a:r>
              <a:rPr sz="1100" b="1" spc="-35" dirty="0">
                <a:solidFill>
                  <a:srgbClr val="2D83C3"/>
                </a:solidFill>
                <a:latin typeface="Trebuchet MS"/>
                <a:cs typeface="Trebuchet MS"/>
              </a:rPr>
              <a:t>i</a:t>
            </a:r>
            <a:r>
              <a:rPr sz="1100" b="1" spc="35" dirty="0">
                <a:solidFill>
                  <a:srgbClr val="2D83C3"/>
                </a:solidFill>
                <a:latin typeface="Trebuchet MS"/>
                <a:cs typeface="Trebuchet MS"/>
              </a:rPr>
              <a:t>e</a:t>
            </a:r>
            <a:r>
              <a:rPr sz="1100" b="1" spc="15" dirty="0">
                <a:solidFill>
                  <a:srgbClr val="2D83C3"/>
                </a:solidFill>
                <a:latin typeface="Trebuchet MS"/>
                <a:cs typeface="Trebuchet MS"/>
              </a:rPr>
              <a:t>w</a:t>
            </a:r>
            <a:endParaRPr sz="1100">
              <a:latin typeface="Trebuchet MS"/>
              <a:cs typeface="Trebuchet MS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362825" y="447675"/>
            <a:ext cx="361950" cy="361950"/>
          </a:xfrm>
          <a:custGeom>
            <a:avLst/>
            <a:gdLst/>
            <a:ahLst/>
            <a:cxnLst/>
            <a:rect l="l" t="t" r="r" b="b"/>
            <a:pathLst>
              <a:path w="361950" h="361950">
                <a:moveTo>
                  <a:pt x="180975" y="0"/>
                </a:moveTo>
                <a:lnTo>
                  <a:pt x="132864" y="6464"/>
                </a:lnTo>
                <a:lnTo>
                  <a:pt x="89633" y="24708"/>
                </a:lnTo>
                <a:lnTo>
                  <a:pt x="53006" y="53006"/>
                </a:lnTo>
                <a:lnTo>
                  <a:pt x="24708" y="89633"/>
                </a:lnTo>
                <a:lnTo>
                  <a:pt x="6464" y="132864"/>
                </a:lnTo>
                <a:lnTo>
                  <a:pt x="0" y="180975"/>
                </a:lnTo>
                <a:lnTo>
                  <a:pt x="6464" y="229085"/>
                </a:lnTo>
                <a:lnTo>
                  <a:pt x="24708" y="272316"/>
                </a:lnTo>
                <a:lnTo>
                  <a:pt x="53006" y="308943"/>
                </a:lnTo>
                <a:lnTo>
                  <a:pt x="89633" y="337241"/>
                </a:lnTo>
                <a:lnTo>
                  <a:pt x="132864" y="355485"/>
                </a:lnTo>
                <a:lnTo>
                  <a:pt x="180975" y="361950"/>
                </a:lnTo>
                <a:lnTo>
                  <a:pt x="229085" y="355485"/>
                </a:lnTo>
                <a:lnTo>
                  <a:pt x="272316" y="337241"/>
                </a:lnTo>
                <a:lnTo>
                  <a:pt x="308943" y="308943"/>
                </a:lnTo>
                <a:lnTo>
                  <a:pt x="337241" y="272316"/>
                </a:lnTo>
                <a:lnTo>
                  <a:pt x="355485" y="229085"/>
                </a:lnTo>
                <a:lnTo>
                  <a:pt x="361950" y="180975"/>
                </a:lnTo>
                <a:lnTo>
                  <a:pt x="355485" y="132864"/>
                </a:lnTo>
                <a:lnTo>
                  <a:pt x="337241" y="89633"/>
                </a:lnTo>
                <a:lnTo>
                  <a:pt x="308943" y="53006"/>
                </a:lnTo>
                <a:lnTo>
                  <a:pt x="272316" y="24708"/>
                </a:lnTo>
                <a:lnTo>
                  <a:pt x="229085" y="6464"/>
                </a:lnTo>
                <a:lnTo>
                  <a:pt x="180975" y="0"/>
                </a:lnTo>
                <a:close/>
              </a:path>
            </a:pathLst>
          </a:custGeom>
          <a:solidFill>
            <a:srgbClr val="EBEB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1010900" y="5610225"/>
            <a:ext cx="647700" cy="647700"/>
          </a:xfrm>
          <a:custGeom>
            <a:avLst/>
            <a:gdLst/>
            <a:ahLst/>
            <a:cxnLst/>
            <a:rect l="l" t="t" r="r" b="b"/>
            <a:pathLst>
              <a:path w="647700" h="647700">
                <a:moveTo>
                  <a:pt x="323850" y="0"/>
                </a:moveTo>
                <a:lnTo>
                  <a:pt x="276003" y="3511"/>
                </a:lnTo>
                <a:lnTo>
                  <a:pt x="230332" y="13711"/>
                </a:lnTo>
                <a:lnTo>
                  <a:pt x="187340" y="30099"/>
                </a:lnTo>
                <a:lnTo>
                  <a:pt x="147528" y="52175"/>
                </a:lnTo>
                <a:lnTo>
                  <a:pt x="111397" y="79436"/>
                </a:lnTo>
                <a:lnTo>
                  <a:pt x="79448" y="111381"/>
                </a:lnTo>
                <a:lnTo>
                  <a:pt x="52184" y="147511"/>
                </a:lnTo>
                <a:lnTo>
                  <a:pt x="30106" y="187324"/>
                </a:lnTo>
                <a:lnTo>
                  <a:pt x="13714" y="230319"/>
                </a:lnTo>
                <a:lnTo>
                  <a:pt x="3512" y="275994"/>
                </a:lnTo>
                <a:lnTo>
                  <a:pt x="0" y="323850"/>
                </a:lnTo>
                <a:lnTo>
                  <a:pt x="3512" y="371705"/>
                </a:lnTo>
                <a:lnTo>
                  <a:pt x="13714" y="417380"/>
                </a:lnTo>
                <a:lnTo>
                  <a:pt x="30106" y="460375"/>
                </a:lnTo>
                <a:lnTo>
                  <a:pt x="52184" y="500188"/>
                </a:lnTo>
                <a:lnTo>
                  <a:pt x="79448" y="536318"/>
                </a:lnTo>
                <a:lnTo>
                  <a:pt x="111397" y="568263"/>
                </a:lnTo>
                <a:lnTo>
                  <a:pt x="147528" y="595524"/>
                </a:lnTo>
                <a:lnTo>
                  <a:pt x="187340" y="617600"/>
                </a:lnTo>
                <a:lnTo>
                  <a:pt x="230332" y="633988"/>
                </a:lnTo>
                <a:lnTo>
                  <a:pt x="276003" y="644188"/>
                </a:lnTo>
                <a:lnTo>
                  <a:pt x="323850" y="647700"/>
                </a:lnTo>
                <a:lnTo>
                  <a:pt x="371696" y="644188"/>
                </a:lnTo>
                <a:lnTo>
                  <a:pt x="417367" y="633988"/>
                </a:lnTo>
                <a:lnTo>
                  <a:pt x="460359" y="617600"/>
                </a:lnTo>
                <a:lnTo>
                  <a:pt x="500171" y="595524"/>
                </a:lnTo>
                <a:lnTo>
                  <a:pt x="536302" y="568263"/>
                </a:lnTo>
                <a:lnTo>
                  <a:pt x="568251" y="536318"/>
                </a:lnTo>
                <a:lnTo>
                  <a:pt x="595515" y="500188"/>
                </a:lnTo>
                <a:lnTo>
                  <a:pt x="617593" y="460375"/>
                </a:lnTo>
                <a:lnTo>
                  <a:pt x="633985" y="417380"/>
                </a:lnTo>
                <a:lnTo>
                  <a:pt x="644187" y="371705"/>
                </a:lnTo>
                <a:lnTo>
                  <a:pt x="647700" y="323850"/>
                </a:lnTo>
                <a:lnTo>
                  <a:pt x="644187" y="275994"/>
                </a:lnTo>
                <a:lnTo>
                  <a:pt x="633985" y="230319"/>
                </a:lnTo>
                <a:lnTo>
                  <a:pt x="617593" y="187324"/>
                </a:lnTo>
                <a:lnTo>
                  <a:pt x="595515" y="147511"/>
                </a:lnTo>
                <a:lnTo>
                  <a:pt x="568251" y="111381"/>
                </a:lnTo>
                <a:lnTo>
                  <a:pt x="536302" y="79436"/>
                </a:lnTo>
                <a:lnTo>
                  <a:pt x="500171" y="52175"/>
                </a:lnTo>
                <a:lnTo>
                  <a:pt x="460359" y="30099"/>
                </a:lnTo>
                <a:lnTo>
                  <a:pt x="417367" y="13711"/>
                </a:lnTo>
                <a:lnTo>
                  <a:pt x="371696" y="3511"/>
                </a:lnTo>
                <a:lnTo>
                  <a:pt x="323850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87050" y="6134100"/>
            <a:ext cx="247650" cy="247650"/>
          </a:xfrm>
          <a:prstGeom prst="rect">
            <a:avLst/>
          </a:prstGeom>
        </p:spPr>
      </p:pic>
      <p:grpSp>
        <p:nvGrpSpPr>
          <p:cNvPr id="18" name="object 18"/>
          <p:cNvGrpSpPr/>
          <p:nvPr/>
        </p:nvGrpSpPr>
        <p:grpSpPr>
          <a:xfrm>
            <a:off x="123611" y="3771731"/>
            <a:ext cx="4124325" cy="3009900"/>
            <a:chOff x="47625" y="3819523"/>
            <a:chExt cx="4124325" cy="3009900"/>
          </a:xfrm>
        </p:grpSpPr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66725" y="6410325"/>
              <a:ext cx="3705225" cy="295275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7625" y="3819523"/>
              <a:ext cx="1733550" cy="3009898"/>
            </a:xfrm>
            <a:prstGeom prst="rect">
              <a:avLst/>
            </a:prstGeom>
          </p:spPr>
        </p:pic>
      </p:grpSp>
      <p:sp>
        <p:nvSpPr>
          <p:cNvPr id="21" name="object 21"/>
          <p:cNvSpPr txBox="1">
            <a:spLocks noGrp="1"/>
          </p:cNvSpPr>
          <p:nvPr>
            <p:ph type="title"/>
          </p:nvPr>
        </p:nvSpPr>
        <p:spPr>
          <a:xfrm>
            <a:off x="739775" y="445388"/>
            <a:ext cx="235712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000" spc="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sz="40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r>
              <a:rPr sz="4000" spc="-35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sz="40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3</a:t>
            </a:fld>
            <a:endParaRPr spc="1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827FA3-A9D4-0FE5-45BE-664C8C920E82}"/>
              </a:ext>
            </a:extLst>
          </p:cNvPr>
          <p:cNvSpPr txBox="1"/>
          <p:nvPr/>
        </p:nvSpPr>
        <p:spPr>
          <a:xfrm>
            <a:off x="2526030" y="1074406"/>
            <a:ext cx="50292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Project Overview</a:t>
            </a: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End Users</a:t>
            </a:r>
          </a:p>
          <a:p>
            <a:pPr algn="l">
              <a:buFont typeface="+mj-lt"/>
              <a:buAutoNum type="arabicPeriod"/>
            </a:pP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Portfolio design and Layout</a:t>
            </a:r>
          </a:p>
          <a:p>
            <a:pPr algn="l">
              <a:buFont typeface="+mj-lt"/>
              <a:buAutoNum type="arabicPeriod"/>
            </a:pP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 and Functionality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Results and </a:t>
            </a: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Screenshots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buFont typeface="+mj-lt"/>
              <a:buAutoNum type="arabicPeriod"/>
            </a:pPr>
            <a:r>
              <a:rPr lang="en-US" sz="2800" b="0" i="0" dirty="0">
                <a:solidFill>
                  <a:srgbClr val="0D0D0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l">
              <a:buFont typeface="+mj-lt"/>
              <a:buAutoNum type="arabicPeriod"/>
            </a:pPr>
            <a:r>
              <a:rPr lang="en-US" sz="2800" dirty="0" err="1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800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Link</a:t>
            </a: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210550" y="3209925"/>
            <a:ext cx="2762250" cy="3257550"/>
            <a:chOff x="7991475" y="2933700"/>
            <a:chExt cx="2762250" cy="3257550"/>
          </a:xfrm>
        </p:grpSpPr>
        <p:sp>
          <p:nvSpPr>
            <p:cNvPr id="3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gdLst/>
              <a:ahLst/>
              <a:cxn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91475" y="2933700"/>
              <a:ext cx="2762250" cy="3257550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834072" y="575055"/>
            <a:ext cx="5636895" cy="678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727960" algn="l"/>
              </a:tabLst>
            </a:pPr>
            <a:r>
              <a:rPr sz="4250" spc="-20" dirty="0"/>
              <a:t>P</a:t>
            </a:r>
            <a:r>
              <a:rPr sz="4250" spc="15" dirty="0"/>
              <a:t>ROB</a:t>
            </a:r>
            <a:r>
              <a:rPr sz="4250" spc="55" dirty="0"/>
              <a:t>L</a:t>
            </a:r>
            <a:r>
              <a:rPr sz="4250" spc="-20" dirty="0"/>
              <a:t>E</a:t>
            </a:r>
            <a:r>
              <a:rPr sz="4250" spc="20" dirty="0"/>
              <a:t>M</a:t>
            </a:r>
            <a:r>
              <a:rPr sz="4250" dirty="0"/>
              <a:t>	</a:t>
            </a:r>
            <a:r>
              <a:rPr sz="4250" spc="10" dirty="0"/>
              <a:t>S</a:t>
            </a:r>
            <a:r>
              <a:rPr sz="4250" spc="-370" dirty="0"/>
              <a:t>T</a:t>
            </a:r>
            <a:r>
              <a:rPr sz="4250" spc="-375" dirty="0"/>
              <a:t>A</a:t>
            </a:r>
            <a:r>
              <a:rPr sz="4250" spc="15" dirty="0"/>
              <a:t>T</a:t>
            </a:r>
            <a:r>
              <a:rPr sz="4250" spc="-10" dirty="0"/>
              <a:t>E</a:t>
            </a:r>
            <a:r>
              <a:rPr sz="4250" spc="-20" dirty="0"/>
              <a:t>ME</a:t>
            </a:r>
            <a:r>
              <a:rPr sz="4250" spc="10" dirty="0"/>
              <a:t>NT</a:t>
            </a:r>
            <a:endParaRPr sz="4250"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4</a:t>
            </a:fld>
            <a:endParaRPr spc="1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F786B8-6582-D149-FFB2-361120725BB7}"/>
              </a:ext>
            </a:extLst>
          </p:cNvPr>
          <p:cNvSpPr txBox="1"/>
          <p:nvPr/>
        </p:nvSpPr>
        <p:spPr>
          <a:xfrm>
            <a:off x="1208202" y="2133600"/>
            <a:ext cx="7086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today’s digital world, having a personal portfolio is essential for students to showcase their skills, projects, and contact details in a professional way. Many students struggle to present their achievements and projects in an organized and attractive format. Without a portfolio, opportunities for internships, placements, and collaborations are limited. This project, “Student Portfolio”, aims to solve this problem by creating a simple, clean, and responsive portfolio website. It includes sections such as a personal introduction, an “About Me” with profile photo, a showcase of projects, and a “Contact Me” form. This structured design helps in effectively presenting a student’s profile, projects, and contact information in a single platform.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658225" y="2647950"/>
            <a:ext cx="3533775" cy="3810000"/>
            <a:chOff x="8658225" y="2647950"/>
            <a:chExt cx="3533775" cy="3810000"/>
          </a:xfrm>
        </p:grpSpPr>
        <p:sp>
          <p:nvSpPr>
            <p:cNvPr id="3" name="object 3"/>
            <p:cNvSpPr/>
            <p:nvPr/>
          </p:nvSpPr>
          <p:spPr>
            <a:xfrm>
              <a:off x="9353550" y="5362575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457200" y="0"/>
                  </a:moveTo>
                  <a:lnTo>
                    <a:pt x="0" y="0"/>
                  </a:lnTo>
                  <a:lnTo>
                    <a:pt x="0" y="457200"/>
                  </a:lnTo>
                  <a:lnTo>
                    <a:pt x="457200" y="457200"/>
                  </a:lnTo>
                  <a:lnTo>
                    <a:pt x="457200" y="0"/>
                  </a:lnTo>
                  <a:close/>
                </a:path>
              </a:pathLst>
            </a:custGeom>
            <a:solidFill>
              <a:srgbClr val="42AF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9353550" y="5895975"/>
              <a:ext cx="180975" cy="180975"/>
            </a:xfrm>
            <a:custGeom>
              <a:avLst/>
              <a:gdLst/>
              <a:ahLst/>
              <a:cxnLst/>
              <a:rect l="l" t="t" r="r" b="b"/>
              <a:pathLst>
                <a:path w="180975" h="180975">
                  <a:moveTo>
                    <a:pt x="180975" y="0"/>
                  </a:moveTo>
                  <a:lnTo>
                    <a:pt x="0" y="0"/>
                  </a:lnTo>
                  <a:lnTo>
                    <a:pt x="0" y="180975"/>
                  </a:lnTo>
                  <a:lnTo>
                    <a:pt x="180975" y="180975"/>
                  </a:lnTo>
                  <a:lnTo>
                    <a:pt x="180975" y="0"/>
                  </a:lnTo>
                  <a:close/>
                </a:path>
              </a:pathLst>
            </a:custGeom>
            <a:solidFill>
              <a:srgbClr val="2D936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58225" y="2647950"/>
              <a:ext cx="3533775" cy="3810000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7315200" y="12510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39775" y="829627"/>
            <a:ext cx="5263515" cy="678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642870" algn="l"/>
              </a:tabLst>
            </a:pPr>
            <a:r>
              <a:rPr sz="4250" spc="5" dirty="0"/>
              <a:t>PROJECT	</a:t>
            </a:r>
            <a:r>
              <a:rPr sz="4250" spc="-20" dirty="0"/>
              <a:t>OVERVIEW</a:t>
            </a:r>
            <a:endParaRPr sz="4250"/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5</a:t>
            </a:fld>
            <a:endParaRPr spc="1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637EB8-DEFB-1BF8-4EE3-A8F2FBFC35C2}"/>
              </a:ext>
            </a:extLst>
          </p:cNvPr>
          <p:cNvSpPr txBox="1"/>
          <p:nvPr/>
        </p:nvSpPr>
        <p:spPr>
          <a:xfrm>
            <a:off x="1004888" y="1641992"/>
            <a:ext cx="800100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“Student Portfolio” is a simple and responsive website that helps students present their skills, projects, and personal details in one place. It acts as a digital resume that can be shared with recruiters, teachers, and peers.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Project: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introduces the student with a profile picture and a short description. It highlights who the student is and gives a quick personal background.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portfolio displays major works in a neat way. For example:</a:t>
            </a:r>
          </a:p>
          <a:p>
            <a:pPr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1: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CGPA Calculator – A tool to calculate students’ overall academic performance from grades and credits.</a:t>
            </a:r>
          </a:p>
          <a:p>
            <a:pPr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2: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Box – It enables real-time text communication between users.</a:t>
            </a:r>
          </a:p>
          <a:p>
            <a:pPr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3: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 Portfolio – A personal portfolio website showcasing details.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65311D-4FCD-A402-B275-40EB3EE5711D}"/>
              </a:ext>
            </a:extLst>
          </p:cNvPr>
          <p:cNvSpPr txBox="1"/>
          <p:nvPr/>
        </p:nvSpPr>
        <p:spPr>
          <a:xfrm>
            <a:off x="1143000" y="1089898"/>
            <a:ext cx="7848600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shows the student’s technical and soft skills. Examples: HTML, CSS, JavaScript. Web development basics, Problem-solving and creativity.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Contact: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contact form allows others to reach the student easily. It includes name, email, contact number, and a message box with a Send option.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Idea: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idea of the project is to create a digital identity for students where they can showcase their skills, projects, and achievements in a professional and organized way. This helps in career opportunities, networking, and personal branding.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9743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6696075" y="1695450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699452" y="891793"/>
            <a:ext cx="5014595" cy="63222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sz="4000" spc="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sz="40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sz="4000" spc="-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sz="40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sz="40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sz="4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sz="4000" spc="5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3900" y="6172200"/>
            <a:ext cx="2181225" cy="485775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7</a:t>
            </a:fld>
            <a:endParaRPr spc="1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BE5151-7C92-8B21-F9E9-44F4659A99E1}"/>
              </a:ext>
            </a:extLst>
          </p:cNvPr>
          <p:cNvSpPr txBox="1"/>
          <p:nvPr/>
        </p:nvSpPr>
        <p:spPr>
          <a:xfrm>
            <a:off x="1143000" y="2286000"/>
            <a:ext cx="7905750" cy="3447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–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showcase their skills, projects, and personal details in a professional way.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Recruiters / Companies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quickly review the student’s profile, skills, and projects for hiring or internship opportunities.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Teachers / Mentors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student achievements and guide them for improvement.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Peers / Classmates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collaborate, get inspired, or exchange project ideas.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 Audience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Anyone who wants to know about the student’s work, skills, or background.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569" y="1850796"/>
            <a:ext cx="1993769" cy="3762375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9647352" y="5441132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010400" y="1559154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353550" y="589597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558165" y="857885"/>
            <a:ext cx="9763125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4000" spc="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TECHNIQUES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6275" y="6467475"/>
            <a:ext cx="2143125" cy="200025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pc="10" dirty="0"/>
              <a:t>8</a:t>
            </a:fld>
            <a:endParaRPr spc="1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29EC50-B04D-536C-BF21-521522CF3303}"/>
              </a:ext>
            </a:extLst>
          </p:cNvPr>
          <p:cNvSpPr txBox="1"/>
          <p:nvPr/>
        </p:nvSpPr>
        <p:spPr>
          <a:xfrm>
            <a:off x="1524000" y="2079236"/>
            <a:ext cx="8123352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(Hyper Text Markup Language)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create the structure and content of the portfolio (headings, paragraphs, images, forms).</a:t>
            </a:r>
          </a:p>
          <a:p>
            <a:pPr marL="914400" lvl="1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(Cascading Style Sheets)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styling the portfolio with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colors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layouts, fonts, and responsiveness.</a:t>
            </a:r>
          </a:p>
          <a:p>
            <a:pPr marL="914400" lvl="1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to add interactivity like smooth scrolling, form handling, and button actions.</a:t>
            </a: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4.  </a:t>
            </a:r>
            <a:r>
              <a:rPr lang="en-IN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CodePen</a:t>
            </a: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online IDE where the project is created and tested with 	separate panels for HTML, CSS, and JS.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5. Responsive Design Techniques –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 queries and grid 	layouts are used to make the website mobile-friendly.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6. UI/UX Design Principles – 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ensure the portfolio is clean, 	attractive, and easy to navigate.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/>
          <p:nvPr/>
        </p:nvSpPr>
        <p:spPr>
          <a:xfrm>
            <a:off x="8991600" y="5976487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9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9586" y="440249"/>
            <a:ext cx="8794750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4000" b="1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POTFOLIO DESIGN AND LAYOUT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9625782" y="840667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DDBFB8-66AA-3D32-8CDE-5CA781193789}"/>
              </a:ext>
            </a:extLst>
          </p:cNvPr>
          <p:cNvSpPr txBox="1"/>
          <p:nvPr/>
        </p:nvSpPr>
        <p:spPr>
          <a:xfrm>
            <a:off x="1066800" y="1602680"/>
            <a:ext cx="8556625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portfolio is designed in a vertical single-page layout, where each section is placed one after another for easy scrolling and navigation. The layout is clean, simple, and user-friendly.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 / Hero Section 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Contains the portfolio title “Student Portfolio”, a hello statement, a short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selfintroduction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a “View My Work” button.</a:t>
            </a: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Me Section – Displays a profile photo along with a single-line description about the student.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Projects Section : 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Showcases three projects (Error Detector, Web Development, Student Portfolio) in horizontal boxes, making the work visually clear.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BA79AB-ED77-BF1C-38AE-AD4CC4EF10CC}"/>
              </a:ext>
            </a:extLst>
          </p:cNvPr>
          <p:cNvSpPr txBox="1"/>
          <p:nvPr/>
        </p:nvSpPr>
        <p:spPr>
          <a:xfrm>
            <a:off x="838200" y="1859339"/>
            <a:ext cx="87630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Skills Section: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Highlights the technical and soft skills of the student.</a:t>
            </a: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Contact Section – Includes a form with Name, Email, Contact Number, Message box, and a Send button for easy communication.</a:t>
            </a: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Footer Section: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the copyright note with the student’s name. The layout follows a modern, responsive design, ensuring it works well on desktops, tablets, and mobile devices.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303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6195E-16D6-79D8-7A9F-F8EB1FE9E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190" y="304800"/>
            <a:ext cx="10681335" cy="615553"/>
          </a:xfrm>
        </p:spPr>
        <p:txBody>
          <a:bodyPr/>
          <a:lstStyle/>
          <a:p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 AND FUNCTIONALITY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929253-56BB-427B-6B7D-730BB31D98D2}"/>
              </a:ext>
            </a:extLst>
          </p:cNvPr>
          <p:cNvSpPr txBox="1"/>
          <p:nvPr/>
        </p:nvSpPr>
        <p:spPr>
          <a:xfrm>
            <a:off x="752190" y="1219200"/>
            <a:ext cx="9073682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User Interface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clean and attractive design that makes navigation easy for viewers.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Layout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portfolio adjusts automatically to different screen sizes (desktop, tablet, mobile).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 and Introduction Section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Gives a quick overview of the student with a “View My Work” button for smooth navigation.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Me Section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the student’s profile picture and a short personal description.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Projects Showcase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three main projects in neatly arranged boxes with titles and details.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Skills Display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Highlights the technical and personal skills of the student.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Contact Form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Allows users to send messages by entering name, email, contact number, and message.</a:t>
            </a:r>
          </a:p>
          <a:p>
            <a:pPr marL="457200" lvl="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Elements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features like smooth scrolling and form handling improve user experience.</a:t>
            </a:r>
          </a:p>
          <a:p>
            <a:pPr marL="457200" indent="-457200" algn="just" fontAlgn="base">
              <a:buFont typeface="+mj-lt"/>
              <a:buAutoNum type="arabicPeriod"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Footer Section –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copyright information with the student’s name and the current year.</a:t>
            </a:r>
          </a:p>
          <a:p>
            <a:pPr lvl="0" algn="just" fontAlgn="base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0660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0047004" y="5195477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574027" y="529097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9896993" y="5622825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75" y="3381373"/>
            <a:ext cx="1838325" cy="3476627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457200" y="118975"/>
            <a:ext cx="8480425" cy="63222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sz="4000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SCREENSHOTS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12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D9CEB2-36E1-0550-426B-2FAF97882044}"/>
              </a:ext>
            </a:extLst>
          </p:cNvPr>
          <p:cNvSpPr txBox="1"/>
          <p:nvPr/>
        </p:nvSpPr>
        <p:spPr>
          <a:xfrm>
            <a:off x="2743200" y="2354703"/>
            <a:ext cx="8534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US" sz="2800" b="0" i="0" dirty="0">
              <a:solidFill>
                <a:srgbClr val="0D0D0D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C8AE22-56AB-9AF1-98E7-2EFDB5E77D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347689"/>
            <a:ext cx="8951868" cy="431441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82C00B-2AC3-9363-D3FA-C7149DF58C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13393"/>
            <a:ext cx="9372600" cy="6631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8774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9353550" y="53625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0"/>
                </a:moveTo>
                <a:lnTo>
                  <a:pt x="0" y="0"/>
                </a:lnTo>
                <a:lnTo>
                  <a:pt x="0" y="457200"/>
                </a:lnTo>
                <a:lnTo>
                  <a:pt x="457200" y="457200"/>
                </a:lnTo>
                <a:lnTo>
                  <a:pt x="457200" y="0"/>
                </a:lnTo>
                <a:close/>
              </a:path>
            </a:pathLst>
          </a:custGeom>
          <a:solidFill>
            <a:srgbClr val="42AF5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010400" y="1455385"/>
            <a:ext cx="314325" cy="323850"/>
          </a:xfrm>
          <a:custGeom>
            <a:avLst/>
            <a:gdLst/>
            <a:ahLst/>
            <a:cxnLst/>
            <a:rect l="l" t="t" r="r" b="b"/>
            <a:pathLst>
              <a:path w="314325" h="323850">
                <a:moveTo>
                  <a:pt x="314325" y="0"/>
                </a:moveTo>
                <a:lnTo>
                  <a:pt x="0" y="0"/>
                </a:lnTo>
                <a:lnTo>
                  <a:pt x="0" y="323850"/>
                </a:lnTo>
                <a:lnTo>
                  <a:pt x="314325" y="323850"/>
                </a:lnTo>
                <a:lnTo>
                  <a:pt x="314325" y="0"/>
                </a:lnTo>
                <a:close/>
              </a:path>
            </a:pathLst>
          </a:custGeom>
          <a:solidFill>
            <a:srgbClr val="2D83C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9241852" y="5788181"/>
            <a:ext cx="180975" cy="180975"/>
          </a:xfrm>
          <a:custGeom>
            <a:avLst/>
            <a:gdLst/>
            <a:ahLst/>
            <a:cxnLst/>
            <a:rect l="l" t="t" r="r" b="b"/>
            <a:pathLst>
              <a:path w="180975" h="180975">
                <a:moveTo>
                  <a:pt x="180975" y="0"/>
                </a:moveTo>
                <a:lnTo>
                  <a:pt x="0" y="0"/>
                </a:lnTo>
                <a:lnTo>
                  <a:pt x="0" y="180975"/>
                </a:lnTo>
                <a:lnTo>
                  <a:pt x="180975" y="180975"/>
                </a:lnTo>
                <a:lnTo>
                  <a:pt x="180975" y="0"/>
                </a:lnTo>
                <a:close/>
              </a:path>
            </a:pathLst>
          </a:custGeom>
          <a:solidFill>
            <a:srgbClr val="2D93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6875" y="6467475"/>
            <a:ext cx="76200" cy="1778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762000" y="508554"/>
            <a:ext cx="4578668" cy="62901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IN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277218" y="6473337"/>
            <a:ext cx="228600" cy="19177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5"/>
              </a:spcBef>
            </a:pPr>
            <a:fld id="{81D60167-4931-47E6-BA6A-407CBD079E47}" type="slidenum">
              <a:rPr sz="1100" spc="10" dirty="0">
                <a:solidFill>
                  <a:srgbClr val="2D936B"/>
                </a:solidFill>
                <a:latin typeface="Trebuchet MS"/>
                <a:cs typeface="Trebuchet MS"/>
              </a:rPr>
              <a:t>14</a:t>
            </a:fld>
            <a:endParaRPr sz="1100">
              <a:latin typeface="Trebuchet MS"/>
              <a:cs typeface="Trebuchet M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7CCA4C-648D-8D44-574D-DB60E77289B3}"/>
              </a:ext>
            </a:extLst>
          </p:cNvPr>
          <p:cNvSpPr txBox="1"/>
          <p:nvPr/>
        </p:nvSpPr>
        <p:spPr>
          <a:xfrm>
            <a:off x="1060131" y="1632336"/>
            <a:ext cx="8522019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Highlights of the Project: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personal digital portfolio designed with HTML, CSS, and JavaScript.</a:t>
            </a:r>
          </a:p>
          <a:p>
            <a:pPr marL="342900" lvl="0" indent="-342900" algn="just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key sections such as About Me, Projects, Skills, and Contact.</a:t>
            </a:r>
          </a:p>
          <a:p>
            <a:pPr marL="342900" lvl="0" indent="-342900" algn="just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User-friendly, responsive design that works across all devices.</a:t>
            </a:r>
          </a:p>
          <a:p>
            <a:pPr marL="342900" lvl="0" indent="-342900" algn="just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features like smooth scrolling and form handling for a better experience.</a:t>
            </a:r>
          </a:p>
          <a:p>
            <a:pPr lvl="0" algn="just" fontAlgn="base"/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Summary: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Student Portfolio project provides a structured and professional way for students to present their personal details, skills, and projects online. It acts as a modern digital resume that is simple, responsive, and effective in showcasing one’s achievements. By combining design and functionality, this portfolio helps create strong personal opportunities and collaborations.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EAE3A31-1CC4-0AFB-1087-AD5CB61335D9}"/>
              </a:ext>
            </a:extLst>
          </p:cNvPr>
          <p:cNvSpPr txBox="1"/>
          <p:nvPr/>
        </p:nvSpPr>
        <p:spPr>
          <a:xfrm>
            <a:off x="457200" y="1295400"/>
            <a:ext cx="5867400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D0D0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LINK</a:t>
            </a:r>
          </a:p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289CC1-B8ED-2DC4-5E29-23FE84D547F7}"/>
              </a:ext>
            </a:extLst>
          </p:cNvPr>
          <p:cNvSpPr txBox="1"/>
          <p:nvPr/>
        </p:nvSpPr>
        <p:spPr>
          <a:xfrm>
            <a:off x="685800" y="2895600"/>
            <a:ext cx="9715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https://github.com/24bsai235mohamedaathifkhans-ship-it/MOHAMED-Aathif-Khan-.git</a:t>
            </a:r>
          </a:p>
        </p:txBody>
      </p:sp>
    </p:spTree>
    <p:extLst>
      <p:ext uri="{BB962C8B-B14F-4D97-AF65-F5344CB8AC3E}">
        <p14:creationId xmlns:p14="http://schemas.microsoft.com/office/powerpoint/2010/main" val="3299603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467</TotalTime>
  <Words>1163</Words>
  <Application>Microsoft Office PowerPoint</Application>
  <PresentationFormat>Widescreen</PresentationFormat>
  <Paragraphs>103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Algerian</vt:lpstr>
      <vt:lpstr>Arial</vt:lpstr>
      <vt:lpstr>Calibri</vt:lpstr>
      <vt:lpstr>Roboto</vt:lpstr>
      <vt:lpstr>Times New Roman</vt:lpstr>
      <vt:lpstr>Trebuchet MS</vt:lpstr>
      <vt:lpstr>Office Theme</vt:lpstr>
      <vt:lpstr>DIGITAL PORTFOLIO </vt:lpstr>
      <vt:lpstr>PROJECT TITLE</vt:lpstr>
      <vt:lpstr>AGENDA</vt:lpstr>
      <vt:lpstr>PROBLEM STATEMENT</vt:lpstr>
      <vt:lpstr>PROJECT OVERVIEW</vt:lpstr>
      <vt:lpstr>PowerPoint Presentation</vt:lpstr>
      <vt:lpstr>END USERS</vt:lpstr>
      <vt:lpstr>TOOLS AND TECHNIQUES</vt:lpstr>
      <vt:lpstr>PowerPoint Presentation</vt:lpstr>
      <vt:lpstr>PowerPoint Presentation</vt:lpstr>
      <vt:lpstr>FEATURES AND FUNCTIONALITY</vt:lpstr>
      <vt:lpstr>RESULTS AND SCREENSHOTS</vt:lpstr>
      <vt:lpstr>PowerPoint Presentation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Face Mask Detection using Convolutional Neural Network (CNN)</dc:title>
  <dc:creator>Konduru Narasimha</dc:creator>
  <cp:lastModifiedBy>Aathif Ayman</cp:lastModifiedBy>
  <cp:revision>24</cp:revision>
  <dcterms:created xsi:type="dcterms:W3CDTF">2024-03-29T15:07:22Z</dcterms:created>
  <dcterms:modified xsi:type="dcterms:W3CDTF">2025-09-12T15:25:24Z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2024-03-21T00:00:00Z</vt:filetime>
  </property>
  <property fmtid="{D5CDD505-2E9C-101B-9397-08002B2CF9AE}" pid="3" name="LastSaved">
    <vt:filetime>2024-03-29T00:00:00Z</vt:filetime>
  </property>
</Properties>
</file>